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4" d="100"/>
          <a:sy n="64" d="100"/>
        </p:scale>
        <p:origin x="48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7/23/2018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7/23/2018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7/23/2018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7/23/2018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7/23/2018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7/23/2018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7/23/2018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7/23/2018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03869-210A-4862-9EB9-FB540BD880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Sprint #1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3E2E54-86F8-4A9B-AA4D-567165C97F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The Brew Crew:</a:t>
            </a:r>
            <a:br>
              <a:rPr lang="en-US" dirty="0"/>
            </a:br>
            <a:r>
              <a:rPr lang="en-US" dirty="0"/>
              <a:t>Matt Draft</a:t>
            </a:r>
          </a:p>
          <a:p>
            <a:r>
              <a:rPr lang="en-US" dirty="0"/>
              <a:t>Eddie Molina</a:t>
            </a:r>
            <a:br>
              <a:rPr lang="en-US" dirty="0"/>
            </a:br>
            <a:r>
              <a:rPr lang="en-US" dirty="0"/>
              <a:t>Marco Paramo</a:t>
            </a:r>
          </a:p>
          <a:p>
            <a:r>
              <a:rPr lang="en-US" dirty="0"/>
              <a:t>Peter Dang</a:t>
            </a:r>
          </a:p>
          <a:p>
            <a:r>
              <a:rPr lang="en-US" dirty="0"/>
              <a:t>Robert </a:t>
            </a:r>
            <a:r>
              <a:rPr lang="en-US" dirty="0" err="1"/>
              <a:t>Villazana</a:t>
            </a:r>
            <a:endParaRPr lang="en-US" dirty="0"/>
          </a:p>
          <a:p>
            <a:r>
              <a:rPr lang="en-US" dirty="0"/>
              <a:t>Van Ta</a:t>
            </a:r>
          </a:p>
        </p:txBody>
      </p:sp>
    </p:spTree>
    <p:extLst>
      <p:ext uri="{BB962C8B-B14F-4D97-AF65-F5344CB8AC3E}">
        <p14:creationId xmlns:p14="http://schemas.microsoft.com/office/powerpoint/2010/main" val="4275721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37996-84C4-4CE3-A8D4-E57C991C4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have accomplished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66FC6-C158-431D-9A43-63F97BAE8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Brewing Methods Research</a:t>
            </a:r>
          </a:p>
          <a:p>
            <a:r>
              <a:rPr lang="en-US" dirty="0"/>
              <a:t>Choosing Technologies</a:t>
            </a:r>
          </a:p>
          <a:p>
            <a:r>
              <a:rPr lang="en-US" dirty="0"/>
              <a:t>Establishing Space</a:t>
            </a:r>
          </a:p>
          <a:p>
            <a:r>
              <a:rPr lang="en-US" dirty="0"/>
              <a:t>Constructing a plan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B8B60F-91F9-4AF2-B3A0-42837C87F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0992" y="1836464"/>
            <a:ext cx="5399238" cy="415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18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F3253-EF53-4C90-9240-46FB858DE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Brewing Methods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26E1E-A61A-44A2-980F-CEFEF94A9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looked into how beer is brewed and the equipment required to make the brewing happen.</a:t>
            </a:r>
          </a:p>
          <a:p>
            <a:r>
              <a:rPr lang="en-US" dirty="0"/>
              <a:t>When removing hops they should be rinsed off.</a:t>
            </a:r>
          </a:p>
          <a:p>
            <a:r>
              <a:rPr lang="en-US" dirty="0"/>
              <a:t>Mesh bags are used to contain hops in a boil similar to tea bags.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307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394C6-3526-414C-B2F1-E8B3A64C3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Establishing Space and Choosing technologies.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6F1C5-4D53-4638-9936-D1C799C02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act as the brain of our system we chose to use a raspberry pi.</a:t>
            </a:r>
          </a:p>
          <a:p>
            <a:r>
              <a:rPr lang="en-US" dirty="0"/>
              <a:t>To manage the project we are using </a:t>
            </a:r>
            <a:r>
              <a:rPr lang="en-US" dirty="0" err="1"/>
              <a:t>github</a:t>
            </a:r>
            <a:r>
              <a:rPr lang="en-US" dirty="0"/>
              <a:t> for version control.</a:t>
            </a:r>
          </a:p>
          <a:p>
            <a:r>
              <a:rPr lang="en-US" dirty="0"/>
              <a:t>The beersmith2 xml data type will be how recipes are stored</a:t>
            </a:r>
          </a:p>
          <a:p>
            <a:r>
              <a:rPr lang="en-US" dirty="0"/>
              <a:t>Acquired space in ERB 203 for the project.</a:t>
            </a:r>
          </a:p>
        </p:txBody>
      </p:sp>
    </p:spTree>
    <p:extLst>
      <p:ext uri="{BB962C8B-B14F-4D97-AF65-F5344CB8AC3E}">
        <p14:creationId xmlns:p14="http://schemas.microsoft.com/office/powerpoint/2010/main" val="2763728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AA333-47E0-4BC6-9B0E-678C08D44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game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DB4F3-8C57-4CF2-BF15-177A4D5D0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ultimate goal is to add and remove hops at the appropriate time during a boil. </a:t>
            </a:r>
          </a:p>
        </p:txBody>
      </p:sp>
    </p:spTree>
    <p:extLst>
      <p:ext uri="{BB962C8B-B14F-4D97-AF65-F5344CB8AC3E}">
        <p14:creationId xmlns:p14="http://schemas.microsoft.com/office/powerpoint/2010/main" val="1052789112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A2E40"/>
      </a:dk2>
      <a:lt2>
        <a:srgbClr val="EBE7DD"/>
      </a:lt2>
      <a:accent1>
        <a:srgbClr val="69A1AB"/>
      </a:accent1>
      <a:accent2>
        <a:srgbClr val="F2C418"/>
      </a:accent2>
      <a:accent3>
        <a:srgbClr val="87492C"/>
      </a:accent3>
      <a:accent4>
        <a:srgbClr val="4A845E"/>
      </a:accent4>
      <a:accent5>
        <a:srgbClr val="DC9528"/>
      </a:accent5>
      <a:accent6>
        <a:srgbClr val="9A5D78"/>
      </a:accent6>
      <a:hlink>
        <a:srgbClr val="66C8E3"/>
      </a:hlink>
      <a:folHlink>
        <a:srgbClr val="B162A1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17F9D331-421E-442F-B033-AF5B21A4485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TM10001105[[fn=Crop]]</Template>
  <TotalTime>52</TotalTime>
  <Words>140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Franklin Gothic Book</vt:lpstr>
      <vt:lpstr>Crop</vt:lpstr>
      <vt:lpstr>Sprint #1</vt:lpstr>
      <vt:lpstr>What we have accomplished</vt:lpstr>
      <vt:lpstr>Brewing Methods Research</vt:lpstr>
      <vt:lpstr>Establishing Space and Choosing technologies.</vt:lpstr>
      <vt:lpstr>Create a game plan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#1</dc:title>
  <dc:creator>Matt Draft</dc:creator>
  <cp:lastModifiedBy>Van Ta</cp:lastModifiedBy>
  <cp:revision>4</cp:revision>
  <dcterms:created xsi:type="dcterms:W3CDTF">2018-07-21T21:13:17Z</dcterms:created>
  <dcterms:modified xsi:type="dcterms:W3CDTF">2018-07-23T18:51:17Z</dcterms:modified>
</cp:coreProperties>
</file>